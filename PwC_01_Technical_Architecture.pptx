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SCED dispatch</c:v>
                  </c:pt>
                  <c:pt idx="1">
                    <c:v>Nodal prices</c:v>
                  </c:pt>
                  <c:pt idx="2">
                    <c:v>ERCOT load</c:v>
                  </c:pt>
                  <c:pt idx="3">
                    <c:v>ERCOT fuel mix</c:v>
                  </c:pt>
                  <c:pt idx="4">
                    <c:v>CAISO hourly</c:v>
                  </c:pt>
                  <c:pt idx="5">
                    <c:v>Monthly rollup</c:v>
                  </c:pt>
                  <c:pt idx="6">
                    <c:v>Node stats</c:v>
                  </c:pt>
                  <c:pt idx="7">
                    <c:v>PJM stats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25492166</c:v>
                </c:pt>
                <c:pt idx="1">
                  <c:v>11687827</c:v>
                </c:pt>
                <c:pt idx="2">
                  <c:v>174282</c:v>
                </c:pt>
                <c:pt idx="3">
                  <c:v>167190</c:v>
                </c:pt>
                <c:pt idx="4">
                  <c:v>65655</c:v>
                </c:pt>
                <c:pt idx="5">
                  <c:v>40151</c:v>
                </c:pt>
                <c:pt idx="6">
                  <c:v>19946</c:v>
                </c:pt>
                <c:pt idx="7">
                  <c:v>14336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E1A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$/month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1A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FA37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As-built
(VM + PG)</c:v>
                  </c:pt>
                  <c:pt idx="1">
                    <c:v>Phase 1
+ Fabric F2</c:v>
                  </c:pt>
                  <c:pt idx="2">
                    <c:v>Phase 2
+ Container Apps</c:v>
                  </c:pt>
                  <c:pt idx="3">
                    <c:v>Phase 3
+ Purview</c:v>
                  </c:pt>
                  <c:pt idx="4">
                    <c:v>Phase 5
+ Foundry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550</c:v>
                </c:pt>
                <c:pt idx="2">
                  <c:v>750</c:v>
                </c:pt>
                <c:pt idx="3">
                  <c:v>1050</c:v>
                </c:pt>
                <c:pt idx="4">
                  <c:v>1400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E1A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E1A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E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live production system I designed and built end-to-end — not a prototype. Today I want to cover three things: the architecture as built and why I made those calls, the engineering problems I hit and how I solved them, and how this scales onto the full Azure data platform for enterprise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it's context, not the point of the deck. The one thing to land: every number on the screen traces to a primary regulator source, not an estimate. That matters for a deal team signing a 15-year PPA.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 is that the architecture is boring on purpose. Two processes, one database. No Kubernetes, no message bus, no orchestrator. For a single-tenant analytical product with batch ingestion and a synchronous solver, added distributed machinery would be cost and failure surface with no payoff. I'll show where that stops being true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I'd expect technical questions. The design constraint was a 2 vCPU / 8 GB VM against multi-gigabyte regulator archives. The answer was to never hold a full day in memory and to make every unit of work independently replayable. Polars over pandas was a deliberate memory decision, not a preference.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be judged on the reasoning, not the stack. Every row here is a constraint-driven call I can defend, and every one has a real cost I accepted knowingly. The last row is the honest one: a single VM has no rolling deploy and no self-healing. That's fine for one tenant and unacceptable for a client platform — which is the bridge to the Azure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favourite slide because it's the one that shows how I actually work. The instinct is to reach for more hardware or more indexes. The real fix was reading the plan and realising a four-expression composite key can't be hashed. Same data, same result, 300x faster — from changing the shape of the join, not the size of the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 scale is the message. 25 million rows of dispatch, but the endpoints read tables in the tens of thousands. Designing that seam deliberately — rather than indexing the big table harder — is what keeps the product responsive on a 2 vCPU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with limitations is deliberate. I'd rather name the ceiling myself than have them find it. The important framing: none of these are mistakes — they're the correct trade for a single-tenant internal tool. They become blockers the moment this is client-facing, and that's precisely what the Azure target state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what I did NOT do: I did not throw away PostgreSQL. The transactional store and the solver stay where they are strongest, and Fabric takes the analytical and AI surface. Ripping out a working OLTP engine to put everything in a lakehouse would be architecture-by-fashion.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I'd want them to remember. The lean build was not a dead end — it's forward-compatible. Mirroring means the migration is additive rather than a rewrite: Postgres keeps serving the product while Fabric takes over analytics and AI. That de-risks the whole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one 'do you really know Azure' question, it will be this one. The answer they want to hear is not a favourite product — it's workload-to-store reasoning. Note the Synapse row: knowing it's supported-but-not-strategic, and that Data Explorer specifically retired, is the kind of currency that separates real practice from a certification.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consolidation argument is the real Fabric value proposition for a consulting engagement. Clients are not short of tools; they're short of integration budget. Fabric's answer is that the seams between ingestion, storage, warehousing, BI and AI are pre-built and governed by one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to land. First, I've already built the agentic pattern — tool-calling over a real database and a real solver — so this isn't theory. Second, the retirement date: knowing the Assistants API dies in August 2026 is exactly the kind of detail that decides whether a client's roadmap is real or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connects the technical deck to the commercial one. Engineering directors sometimes treat governance as overhead. In energy trading and origination it is the gate — if you can't evidence lineage and prevent leakage, the deal team can't use your output regardless of how good the model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deliberately give the alternatives real strengths. Claiming Azure wins on every axis would tell them I haven't used the others. The defensible claim is narrower and stronger: for a client already on M365 and Entra, needing unified governance across data AND AI agents, Azure's integration story wins — and that is most large energy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sequencing is the argument. Mirroring first because it's additive and reversible. Governance before client data — non-negotiable. Agents last, because an agent over ungoverned data is a liability, not a feature. If they push on timeline, the honest answer is that Phase 1 is weeks and Phase 5 depends on how much semantic modelling the client's data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these are planning numbers, not a quote — an engineering director will respect the caveat and distrust false precision. The substantive point is that the Fabric capacity SKU is a reservation, so FinOps discipline (right-sizing and pausing) is part of the architecture,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transferability. The energy domain is incidental — what moves to a client engagement is the reasoning: how to pick a store per workload, how to sequence a migration so it stays fundable and reversible, and how to put governance in front of AI rather than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Origination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architecture, engineering trade-offs, and the Azure-native scale path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05256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25.5M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05256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SCED dispatch rows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052560" y="25054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05256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price node-hours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52560" y="34381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05256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settlement nodes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5256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340-bus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05256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PyPSA network 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Amol Javahire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Power-market siting and PPA origination intelligence for corporate energy buyers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2037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6,163 EIA-860 generators across ERCOT, CAISO and PJM, scored on 8 market-risk dimensions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08152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3008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11.7M node-hours of real ERCOT day-ahead and real-time settlement prices, 1,109 nodes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215384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4142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47141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340-bus DC optimal power flow — curtailment, scarcity, transmission relief, battery arbitrage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9320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3FA372"/>
          </a:solidFill>
          <a:ln w="12700">
            <a:solidFill>
              <a:srgbClr val="3FA3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5276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56052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candidates by investment objective, model PPA/VPPA NPV with P10/P50/P90 Monte Carlo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Universe: EIA Form 860 (2025 vintage) operable generators &gt;1 MW. Deployed and running on Azure.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AS-BUILT · TODAY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lean: two compute processes, one managed database, no orchestration layer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10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Tailwind v4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· Leaflet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bundle via nginx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41648" y="2185416"/>
            <a:ext cx="384048" cy="182880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69164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810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82312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on Node (PM2)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· Zod contracts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Reverse-proxies /pypsa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185416"/>
            <a:ext cx="384048" cy="182880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58784" y="1691640"/>
            <a:ext cx="3054096" cy="1170432"/>
          </a:xfrm>
          <a:prstGeom prst="roundRect">
            <a:avLst>
              <a:gd name="adj" fmla="val 6250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87384" y="1810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87384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PyPSA + HiGHS LP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venv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F3350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552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Database for PostgreSQL — Flexible Server + TimescaleDB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5844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relational tables  ·  2 materialised views  ·  4.8 GB of 30 GB provisioned  ·  hypertables on the 25.5M-row dispatch series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the API, the solver, and the batch seeders — no duplicated state, no sync layer to keep honest.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26864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54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ingestion (Python · Polars)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0749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public API (OAuth ROPC + subscription key)  ·  CAISO OASIS  ·  EIA-930 / EIA-860  ·  HIFLD transmission  ·  NOAA climate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ZIP → Polars → batched upsert. Idempotent seed logs make every run resumable.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 D2as_v6 (2 vCPU / 8 GB) · PM2 process manager · nginx TLS termination · GitHub-based deploy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at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the product traces to a primary regulator source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1700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71907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 ROPC flow against ERCOT's public API, plus subscription key. Token cached and auto-refreshed.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97480"/>
            <a:ext cx="420624" cy="42062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2606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6243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archives pulled in 1 MB chunks — never materialised whole. Exponential backoff on the 30 req/min rate limit.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602736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35112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529584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 reads CSV straight from the in-memory archive. Zero pandas: lower peak RSS, faster on wide frames.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507992"/>
            <a:ext cx="420624" cy="42062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507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" y="44165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4434840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settlement intervals rolled to hourly in-frame before any database round-trip.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413248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413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70432" y="5321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5340096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execute_values batches of 500–1,000 with ON CONFLICT DO UPDATE. Per-date seed log makes reruns free.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567 consecutive days of real-time nodal prices seeded with zero errors — 14.2M rows, fully resumable.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and what they cost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choice bought something specific — and gave something up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16252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7393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regulator APIs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data vendor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68496" y="18653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 cost, no vendor schema drift, full history control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82128" y="18653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auth, rate limits, and every format change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948940"/>
            <a:ext cx="118872" cy="1188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7066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pandas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68496" y="27980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memory fell from ~7 GB to under 1 GB per ingest day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2128" y="2798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ecosystem; some libraries still return pandas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881628"/>
            <a:ext cx="118872" cy="1188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6393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TimescaleDB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lakehouse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68496" y="37307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 ms API reads, ACID, one engine to operate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82128" y="37307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needs the Timescale licence Azure doesn't ship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4814316"/>
            <a:ext cx="118872" cy="118872"/>
          </a:xfrm>
          <a:prstGeom prst="ellipse">
            <a:avLst/>
          </a:prstGeom>
          <a:solidFill>
            <a:srgbClr val="3FA372"/>
          </a:solidFill>
          <a:ln w="12700">
            <a:solidFill>
              <a:srgbClr val="3FA3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572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Materialised views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query-time aggregation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68496" y="4663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40,151-row rollup replaces a 25M-row scan per request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82128" y="4663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window; must refresh after each seed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5747004"/>
            <a:ext cx="118872" cy="118872"/>
          </a:xfrm>
          <a:prstGeom prst="ellipse">
            <a:avLst/>
          </a:prstGeom>
          <a:solidFill>
            <a:srgbClr val="D9544D"/>
          </a:solidFill>
          <a:ln w="12700">
            <a:solidFill>
              <a:srgbClr val="D954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55046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VM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AKS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68496" y="55961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~$150/mo all-in; no cluster to operate for one tenant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82128" y="55961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ceiling; no rolling deploy or self-healing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68496" y="1389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82128" y="1389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UP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ENGINEERING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22-minute query, and why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capture-price materialised view — join geometry beat every other optimisation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dispatch to prices on four derived columns —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day, hour-ending.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could not hash a composite of four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expressions, so it nested-looped 25M rows.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min, never completed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7960" y="2121408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one Central-time timestamp per side,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on that single key.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switched to a hash join. Same rows,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result, one column instead of four.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37960" y="33101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950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that mattered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416552"/>
            <a:ext cx="310896" cy="31089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4370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spill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43708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exceeded work_mem and thrashed on BufFileRead. Raised to 512 MB for the build session — stayed in RAM.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983480"/>
            <a:ext cx="310896" cy="31089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collapse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4937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abandoned view builds ran simultaneously, starving each other. pg_stat_activity found them; terminating all but one fixed 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5550408"/>
            <a:ext cx="310896" cy="31089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5550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5504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denominator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55046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 endpoint ran COUNT(*) over 25M rows on every page load. Repointed to the 872-row seed log — instant.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TODAY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in the database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as deployed — not projections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99248" y="1600200"/>
            <a:ext cx="3913632" cy="448056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73568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73568" y="214884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scale — the dispatch series is three orders of magnitude larger than the aggregates that serve it.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the whole performance strategy: the API almost never touches the big tables. It reads pre-aggregated views and monthly rollups, and the raw series exists for backtests and re-derivation.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materialised views are the seam. Everything above them is fast by construction.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73568" y="502920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GB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973568" y="5669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30 GB provisioned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0" y="502920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&lt;100 ms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9875520" y="5669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API read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architecture stops working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one tenant and one analyst team. Not fine for a client platform.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83664"/>
            <a:ext cx="109728" cy="109728"/>
          </a:xfrm>
          <a:prstGeom prst="ellipse">
            <a:avLst/>
          </a:prstGeom>
          <a:solidFill>
            <a:srgbClr val="D9544D"/>
          </a:solidFill>
          <a:ln w="12700">
            <a:solidFill>
              <a:srgbClr val="D95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792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60704" y="214884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VM, one process manager. No rolling deploy, no self-healing, no zone redundancy. A bad restart is user-visible downtime.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883664"/>
            <a:ext cx="109728" cy="109728"/>
          </a:xfrm>
          <a:prstGeom prst="ellipse">
            <a:avLst/>
          </a:prstGeom>
          <a:solidFill>
            <a:srgbClr val="D9544D"/>
          </a:solidFill>
          <a:ln w="12700">
            <a:solidFill>
              <a:srgbClr val="D95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1792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ceiling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84264" y="214884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8 GB. Concurrent 340-bus solves already contend; multi-tenant load would not fit.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419856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3284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governance plane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60704" y="3685032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catalogue, no lineage, no classification, no access audit. Unacceptable for client data under NDA.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182112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28232" y="3419856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33284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orchestration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84264" y="3685032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Seeders are cron and nohup. No dependency graph, no retry policy, no alerting on silent staleness.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18304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956048"/>
            <a:ext cx="109728" cy="10972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8646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unavailable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60704" y="5221224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ships TimescaleDB under Apache licence — columnar compression needs the Timescale licence. Growth is linear.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718304"/>
            <a:ext cx="5440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28232" y="4956048"/>
            <a:ext cx="109728" cy="10972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4264" y="48646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coupled to OLTP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84264" y="5221224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analytical scans compete with API reads on the same instance. One bad query degrades the product.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Azure-native reference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 logic, enterprise-grade plane around 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943100"/>
            <a:ext cx="118872" cy="1188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836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orchestrate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83280" y="186537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Data Factory pipelines  ·  Event Hubs for streaming market telemetry  ·  Functions for event-driven pulls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720340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6609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264261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(Delta Lake) as the single logical lake  ·  PostgreSQL Flexible Server retained for OLTP + solver state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438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serve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341985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Warehouse for star-schema marts  ·  Eventhouse / KQL for time-series at billions of rows  ·  Direct Lake to Power BI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9592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274820"/>
            <a:ext cx="118872" cy="1188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2153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83280" y="419709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— Agent Service on the Responses API, model catalogue, NL2SQL data agents over the semantic layer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7316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5052060"/>
            <a:ext cx="118872" cy="118872"/>
          </a:xfrm>
          <a:prstGeom prst="ellipse">
            <a:avLst/>
          </a:prstGeom>
          <a:solidFill>
            <a:srgbClr val="3FA372"/>
          </a:solidFill>
          <a:ln w="12700">
            <a:solidFill>
              <a:srgbClr val="3FA3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9926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83280" y="49743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Unified Catalog  ·  DSPM  ·  AI-agent inventory and policy  ·  Entra ID + workspace private link throughout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5829300"/>
            <a:ext cx="118872" cy="1188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7698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83280" y="575157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or Container Apps for the API and solver  ·  Managed identities  ·  Key Vault  ·  Azure Monitor and Log Analytics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consolidates seven workloads on OneLake with one security model (Entra ID + Purview) and one capacity SKU (F-series).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MECHANISM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bridge: Fabric mirroring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replication from PostgreSQL into OneLake — no ETL to build or maintain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PostgreSQL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Server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+ PyPSA state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authoritative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13632" y="2286000"/>
            <a:ext cx="658368" cy="201168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542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10912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10912" y="221284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tables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Analytics-ready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to workloads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19872" y="2286000"/>
            <a:ext cx="658368" cy="201168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17152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17152" y="22128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Direct Lake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data agents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/ ML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10128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493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right seam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858768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load leaves the OLTP instance entirely — no more heavy scans competing with API reads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 code to write, test, or monitor; mirroring is managed and continuous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format is open — no lock-in on the storage layer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25.5M-row dispatch series becomes queryable at lakehouse scale without moving the product's source of truth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310128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493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still build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858768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layering in OneLake — bronze raw archives, silver conformed prices, gold marts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Eventhouse / KQL for the tick-level series if we go below hourly granularity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model so NL2SQL agents query governed measures, not raw tables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Data Factory to replace cron, with dependency-aware retries and staleness alerts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for Azure Database for PostgreSQL Flexible Server replicates continuously into OneLake without custom ETL.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STORES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store, workload by workload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database here — there are five right answers to five questions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06240" y="14630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1463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POSITION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00710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385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Flexible Server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0" y="1947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OLTP, PostGIS, solver state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0" y="1947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use today. ACID, extensions, mirrors to Fabric.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48716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2738628"/>
            <a:ext cx="118872" cy="1188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Warehouse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06240" y="2679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marts, T-SQL analytics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0" y="2679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 for BI and governed measures.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21868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470148"/>
            <a:ext cx="118872" cy="1188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015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Eventhouse (KQL)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06240" y="3410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at billions of rows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would put 5-minute SCED and tick LMPs.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95020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4201668"/>
            <a:ext cx="118872" cy="118872"/>
          </a:xfrm>
          <a:prstGeom prst="ellipse">
            <a:avLst/>
          </a:prstGeom>
          <a:solidFill>
            <a:srgbClr val="5A6E85"/>
          </a:solidFill>
          <a:ln w="12700">
            <a:solidFill>
              <a:srgbClr val="5A6E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33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06240" y="4142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apps, Hyperscale growth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0" y="4142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default if the team is T-SQL-first.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8172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4933188"/>
            <a:ext cx="118872" cy="118872"/>
          </a:xfrm>
          <a:prstGeom prst="ellipse">
            <a:avLst/>
          </a:prstGeom>
          <a:solidFill>
            <a:srgbClr val="5A6E85"/>
          </a:solidFill>
          <a:ln w="12700">
            <a:solidFill>
              <a:srgbClr val="5A6E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864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206240" y="4873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multi-tenant, low-latency documents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0" y="4873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per-client config and session state at scale.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41324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" y="5664708"/>
            <a:ext cx="118872" cy="1188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5961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Analytics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06240" y="5605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dedicated SQL pools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0" y="5605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Supported, but Fabric is the strategic target for net-new.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is not retired, but Microsoft positions Fabric for net-new investment; Synapse Data Explorer retired Oct 2025.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workloads, mapped to this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capacity, one security model, one lake — the consolidation argument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847088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1773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2066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cron seeders with dependency-aware pipelines and alerting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4068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91656" y="1847088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85432" y="1773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85432" y="2066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notebooks for the medallion transforms and backfills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42032"/>
            <a:ext cx="544068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274320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1872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1872" y="29626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marts behind rankings, capture prices, congestion analytics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2542032"/>
            <a:ext cx="544068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1656" y="274320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85432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29626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Eventhouse for tick LMPs; Activator to fire on price or congestion events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438144"/>
            <a:ext cx="544068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363931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61872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61872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Load-forecast regression and curtailment models, tracked and versioned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438144"/>
            <a:ext cx="544068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91656" y="363931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85432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85432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Lake executive reporting with no import refresh cycle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334256"/>
            <a:ext cx="544068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" y="4535424"/>
            <a:ext cx="365760" cy="365760"/>
          </a:xfrm>
          <a:prstGeom prst="ellipse">
            <a:avLst/>
          </a:prstGeom>
          <a:solidFill>
            <a:srgbClr val="3FA372"/>
          </a:solidFill>
          <a:ln w="12700">
            <a:solidFill>
              <a:srgbClr val="3FA3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61872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61872" y="4754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store option inside the same governance boundary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5230368"/>
            <a:ext cx="5440680" cy="768096"/>
          </a:xfrm>
          <a:prstGeom prst="roundRect">
            <a:avLst>
              <a:gd name="adj" fmla="val 9524"/>
            </a:avLst>
          </a:prstGeom>
          <a:solidFill>
            <a:srgbClr val="1F3350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35838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is not seven products — it is one bill, one identity model,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integration code between stages.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Foundry — from chat box to governed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already ships a Q&amp;A copilot; Foundry is what makes it enterprise-safe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in the product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with four tools: run_sql against any table, run_simulation into PyPSA, web_search, and a candidate lookup. Streams SQL, tables, charts and solver output back into the chat.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— but the model reaches raw tables directly, and nothing records what it saw.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Foundry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19456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 on the Responses API as a single entry point, model catalogue for routing cost against capability, and NL2SQL data agents querying a governed semantic model instead of raw SQL.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identity-bound, logged, and inventoried.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87705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877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retrieval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8221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query semantic models with row-level security, not ad-hoc SQL over production tables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480560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4720" y="44256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response and tool-call lineage captured — the difference between a demo and something a regulated client will sign off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5084064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42416" y="5029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portability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5029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routing means swapping or tiering models is configuration, not a rewrite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5687568"/>
            <a:ext cx="329184" cy="329184"/>
          </a:xfrm>
          <a:prstGeom prst="ellipse">
            <a:avLst/>
          </a:prstGeom>
          <a:solidFill>
            <a:srgbClr val="D9544D"/>
          </a:solidFill>
          <a:ln w="12700">
            <a:solidFill>
              <a:srgbClr val="D954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632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note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74720" y="563270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Assistants API retires 26 Aug 2026 — anything built on it needs to be on Agent Service before then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was renamed Microsoft Foundry at Ignite 2025; Foundry Tools superseded the Azure AI Services brand.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Purview — the part clients actually buy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energy clients under NDA, governance is the precondition, not the upsell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47088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Catalog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inventory of every data asset, now GA. Lineage from regulator source to the number on a deal memo.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9392" y="1645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847088"/>
            <a:ext cx="402336" cy="40233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5424" y="2395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5424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posture management across Microsoft and non-Microsoft sources, including data reached through AI apps and agents.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10144" y="1645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184708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66176" y="2395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governance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6176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of AI apps and agents with risk flags, sensitive-interaction counts, and per-agent policy — extends to Agent 365.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F3350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87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commercial hinge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553712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prices are public. The reason a utility or a corporate buyer cannot simply build this themselves is not the modelling — it is proving where every number came from, who touched it, and that no confidential position leaked into a model prompt.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what converts an analytical tool into something a client's risk committee will approve. It is also the layer a consulting firm is uniquely placed to implement, because it is organisational as much as technical.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ALTERNATIVES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Azure, honestly assessed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Azure here is integration and governance — not raw capability on any single axis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651760" cy="4434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10512"/>
            <a:ext cx="2249424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105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+ Fabric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2331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8096" y="2560320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governance model across data and AI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removes ETL from the migration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fit where M365 and Entra already exist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8096" y="4434840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SKU pricing needs active management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still maturing in places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64992" y="1627632"/>
            <a:ext cx="2651760" cy="4434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1810512"/>
            <a:ext cx="2249424" cy="365760"/>
          </a:xfrm>
          <a:prstGeom prst="roundRect">
            <a:avLst>
              <a:gd name="adj" fmla="val 15000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8105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84448" y="2331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84448" y="2560320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primitive catalogue; Timescale compression available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/ Athena mature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84448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84448" y="4434840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assembled from parts, not unified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M365 and Entra integration story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1344" y="1627632"/>
            <a:ext cx="2651760" cy="4434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1810512"/>
            <a:ext cx="2249424" cy="365760"/>
          </a:xfrm>
          <a:prstGeom prst="roundRect">
            <a:avLst>
              <a:gd name="adj" fmla="val 15000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8105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331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2560320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Spark and ML lifecycle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is genuinely strong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vendor plane to govern and bill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hourly batch at this volume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97696" y="1627632"/>
            <a:ext cx="2651760" cy="4434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98864" y="1810512"/>
            <a:ext cx="2249424" cy="365760"/>
          </a:xfrm>
          <a:prstGeom prst="roundRect">
            <a:avLst>
              <a:gd name="adj" fmla="val 15000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98864" y="18105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17152" y="2331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3FA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17152" y="2560320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warehouse ergonomics and elasticity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storage and compute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17152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217152" y="4434840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solver or agent runtime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and cross-cloud cost coupling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migration — no big bang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ships value on its own and is independently reversible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847088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9888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89888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0" y="188366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mirroring. Stand up OneLake, land the medallion bronze layer, point Power BI at Direct Lake. Product untouched.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" y="2761488"/>
            <a:ext cx="438912" cy="43891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761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89888" y="2724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89888" y="2999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5–10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17520" y="279806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API and solver onto Container Apps. Managed identity, Key Vault, Azure Monitor. Retire the single-VM SPOF.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6384" y="3675888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675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89888" y="3913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17520" y="371246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Purview: catalogue, lineage, classification, DSPM. Prerequisite for any client data entering the platform.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0740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6384" y="4590288"/>
            <a:ext cx="438912" cy="438912"/>
          </a:xfrm>
          <a:prstGeom prst="ellipse">
            <a:avLst/>
          </a:prstGeom>
          <a:solidFill>
            <a:srgbClr val="3FA372"/>
          </a:solidFill>
          <a:ln w="12700">
            <a:solidFill>
              <a:srgbClr val="3FA3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590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9888" y="4553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389888" y="4828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12–20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17520" y="462686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Data Factory replaces cron. Eventhouse for sub-hourly series. Semantic model built for agent access.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32180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384" y="5504688"/>
            <a:ext cx="438912" cy="438912"/>
          </a:xfrm>
          <a:prstGeom prst="ellipse">
            <a:avLst/>
          </a:prstGeom>
          <a:solidFill>
            <a:srgbClr val="D9544D"/>
          </a:solidFill>
          <a:ln w="12700">
            <a:solidFill>
              <a:srgbClr val="D954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5504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89888" y="5468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89888" y="57424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18–26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017520" y="554126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 replaces the current copilot backend. NL2SQL over governed measures, full audit trail.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rule: governance (Phase 3) must land before any client-confidential data enters the platform.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shape across the phases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monthly run-rate — the step change is capacity, not compute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4592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19050" dir="5400000">
              <a:srgbClr val="8CA3BC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0956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09560" y="2194560"/>
            <a:ext cx="3429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as-built figure is real: roughly $150/month for a D2as_v6 and a 30 GB Flexible Server.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at Phase 1 is the Fabric capacity SKU — it is a reservation, not usage, so it must be sized and paused deliberately.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indicative for a single-tenant deployment in a US region. Any client proposal needs a sizing exercise against their actual concurrency, retention and DR requirements.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headline: enterprise-grade costs roughly 10x lean. What you buy is availability, governance and multi-tenancy.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planning figures only — not a quote. Fabric F-SKUs are reserved capacity and can be paused.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demonstrates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830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28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Shipped, not slideware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174650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system with 37M+ rows of regulator data, running today — designed, built and operated end-to-end.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679192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judgment under constraint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264261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where lean was correct; every trade-off named, costed and defensible.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575304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where it counts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35387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Query-plan level performance work, memory-bound ingestion design, and a documented silent-failure trap in the solver layer.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471416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471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416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fluency, current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44348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Fabric, Foundry, Purview and the store-selection reasoning — including what changed in the last two release cycles.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17263C"/>
          </a:solidFill>
          <a:ln w="12700">
            <a:solidFill>
              <a:srgbClr val="1F33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367528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5367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5312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migration path clients can fund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54880" y="53309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Additive, reversible phases with governance sequenced before client data.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the evidence. The architecture reasoning is the transferable part.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Origination Intelligence Platform — Architecture &amp; Azure Strategy</dc:title>
  <dc:subject>PptxGenJS Presentation</dc:subject>
  <dc:creator>Amol Javahire</dc:creator>
  <cp:lastModifiedBy>Amol Javahire</cp:lastModifiedBy>
  <cp:revision>1</cp:revision>
  <dcterms:created xsi:type="dcterms:W3CDTF">2026-07-26T21:00:44Z</dcterms:created>
  <dcterms:modified xsi:type="dcterms:W3CDTF">2026-07-26T21:00:44Z</dcterms:modified>
</cp:coreProperties>
</file>