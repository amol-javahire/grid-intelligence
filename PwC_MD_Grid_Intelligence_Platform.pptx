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land: the engineering judgment behind it, and where it could create value for the practice. I'll be equally clear about what it does not yet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place where a number gets asserted rather than measured. In diligence, an asserted number is a finding waiting to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backend, database, API contract and deployment — separate interfaces because the markets are structurally different, not cosmetically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mock data. Volume matters less than provenance: every number renders with a source, and where a figure is derived or estimated the interface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'what would you do differently' — this is the answer. The first version averaged monthly ratios in application code. Fixing it meant rebuilding the aggregation as component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that reports 'optimal' when it silently shed load is worse than no model — it launders an assumption into a result. This is the work I'm most confident defending.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for the visualisation ecosystem and client-side models. Drizzle because the analytics are SQL-heavy. pnpm for isolation across 13 packages. Each a choice with a stated trade-off, not a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pushed on why not fully managed: the PyPSA process is the constraint — it is stateful, memory-spiky and long-running, which is exactly what serverless is bad at. Also note the platform was migrated off Replit onto Azure, so the portability claim has been tested once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rather than waiting to be caught. In diligence work a tool that overstates its confidence is a liability. The labelling system is a feature, not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proportionate. The honest claim is a working foundation on real data, not a finished product. What it demonstrates is taking a market problem to a deployed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demo. The Generation Stack tab is the strongest single screen — measured capture rate by fuel across the Alberta fleet, computed correctly, with caveats stated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INTELLIGENCE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market screening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PPA origination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4206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asset screening, valuation and offtake structuring across ERCOT, CAISO, PJM and Alberta — built on real published market data.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 Javahire   ·   Architecture and engineering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Origination decisions run on assumptions, not evidence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is 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26280" y="1600200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triage hundreds of assets in spreadsheets. No repeatable way to rank a fleet on comparable risk dimensions.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98448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assumed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factors and capture rates come from developer decks or generic benchmarks — rarely from the asset's own metered output.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8448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ignores the curve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794760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discount against a flat price when a real forward curve exists and is materially non-flat.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98448" y="4910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risk is qualitative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4892040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vs VPPA, curtailment allocation and basis exposure get discussed in memos, not priced.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applications, one platform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83664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1865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· CAISO · PJM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267004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3,875 EIA-860 projects screened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8-dimension risk scoring engine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basis and congestion analysis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queue and siting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27632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8836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2" y="1865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AESO Platform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96912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267004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230-generator fleet from AESO CSD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capture rate and capacity factor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against the Alberta forward curve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/ VPPA offtake structuring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30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apps and not one with a market toggle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5046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prices nodally, so basis and congestion are first-class concepts. Alberta runs a single province-wide pool price — those dimensions do not exist there until market reform lands in 2027. One UI would have meant inventing Alberta basis numbers or greying out half of ERCOT.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published data, at production scale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B2B44"/>
          </a:solidFill>
          <a:ln w="12700">
            <a:solidFill>
              <a:srgbClr val="1B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3794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24963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generator rows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metered volume, Jul 2025 – Jun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93008" y="169164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B2B44"/>
          </a:solidFill>
          <a:ln w="12700">
            <a:solidFill>
              <a:srgbClr val="1B2B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183794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32.6M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94176" y="24963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CAISO nodal prices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94176" y="27614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2,739 nodes, Jan 2025 – Jul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45936" y="169164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B2B44"/>
          </a:solidFill>
          <a:ln w="12700">
            <a:solidFill>
              <a:srgbClr val="1B2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83794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3,875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47104" y="24963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screened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47104" y="27614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EIA-860 across three ISOs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98864" y="169164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B2B44"/>
          </a:solidFill>
          <a:ln w="12700">
            <a:solidFill>
              <a:srgbClr val="1B2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1837944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400032" y="24963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gas history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00032" y="27614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reference price, 1994 –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in the product traces to a named public source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37560" y="4389120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API, ETS Current Supply Demand report, 2025 Long-Term Transmission Plan, Long-Term Adequacy PDFs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956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Alberta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4956048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natural gas reference price; AUC filings; Market Surveillance Administrator quarterly reports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/ CAISO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37560" y="5522976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CDR API direct ingest; CAISO OASIS; EIA-860 generator registry; FRED Henry Hub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  ·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components, not ratios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DF3F3"/>
          </a:solidFill>
          <a:ln w="12700">
            <a:solidFill>
              <a:srgbClr val="F3D2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92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way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average( 12 monthly capture rates 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52374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 month where the asset produced 5 GWh exactly the same as a month where it produced 50 GWh. The answer is wrong and looks entirely plausible.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AF7"/>
          </a:solidFill>
          <a:ln w="12700">
            <a:solidFill>
              <a:srgbClr val="BFE6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792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121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SUM(revenue) / SUM(generation)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20840" y="252374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Materialised views store raw components — MWh, revenue, capacity-hours — per asset per month. Trailing-twelve-month figures sum the components and divide once.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502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discipline, applied consistently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98448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factor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4389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capacity-hour weighted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0118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01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98448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389120" y="49377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weighted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4982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49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98448" y="5486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price denominator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5486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weighted, computed independently of any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0819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ratio destroys the information needed to aggregate it correctly later. That is a schema decision, and it has to be made before the first row is written.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  ·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audited my own model and it failed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3A1F1F"/>
          </a:solidFill>
          <a:ln w="12700">
            <a:solidFill>
              <a:srgbClr val="6B3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9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in the optimal power flow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5798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returned a hardcoded "optimal" status regardless of what the solver actually reported — and the network held a hidden 25,000 MW balancing generator that could silently serve unmet demand while being excluded from reported totals. A scenario where the modelled fleet physically could not meet load came back looking clean.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3822192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749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solver status and termination condition on every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389120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Unserved load surfaced explicitly, its cost included in totals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956048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8828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Load-weighted average price alongside the naive mean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822192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749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"Near its limit" separated from "actually binding" via shadow prices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389120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Energy-balance residual check and pinned dependency versions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956048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8828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deterministic tests, including a genuinely infeasible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has real limitations — it is not calibrated against historical settlement data. But it no longer claims to be something it is not.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Contract-first, typed end to end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73936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6192" y="19842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TypeScript · Tailwind · Recharts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682496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SPAs served as static files. Financial models compute client-side so sliders recalculate instantly.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61488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36192" y="29718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Node · 23 route modules · PM2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67004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OpenAPI contract generates both the React Query hooks and the Zod validators — drift becomes a compile error.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4904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9593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3.13 · PyPSA · HiGHS solver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365760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optimal power flow. Bound to localhost, reachable only through the API — never exposed directly.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3659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4626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36192" y="494690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 · TimescaleDB · Drizzle ORM · 35 tables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464515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Schema-as-TypeScript. Heavy analytics stay as raw SQL inside materialised views.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596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worth defending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37360" y="58978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ecosystem — Recharts, Leaflet and shadcn are React-first — and the models run in the browser. Svelte would ship less JS.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1630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616305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is SQL-heavy analytics, not CRUD. Prisma would have fought the materialised views.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428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37360" y="64282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dependency isolation across 13 packages, plus a 24-hour npm quarantine as supply-chain defence.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Azure shape, and what it trades away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01952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7904" y="1755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VM, not App Service or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75564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is a long-running stateful process that spikes past 3 GB on multi-period runs. Functions have execution limits; App Service scales per-app, not per-process. Co-locating API and solver also makes the internal hop localhost — no network latency, no egress.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175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28712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database, self-managed compute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871216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asymmetry. Compute is replaceable; the data is not. Flexible Server buys automated backups, point-in-time restore and patching, and lets storage scale independently of the VM.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3308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39867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TimescaleDB, not a warehouse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3986784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is mixed — time-series prices and metered volumes alongside relational asset registries and screenings. Splitting into a TSDB plus a relational store would push joins into application code. Synapse or Fabric would be cost and latency overkill at ~50M rows.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4865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7904" y="51023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construction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5102352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PM2, Postgres and Python run anywhere. No Functions, no Cosmos, no Service Bus — nothing proprietary to unpick. Azure was chosen for available credits, and the architecture does not depend on that staying true.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6126480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3A2A16"/>
          </a:solidFill>
          <a:ln w="12700">
            <a:solidFill>
              <a:srgbClr val="6B5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62453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trade: one VM means no autoscaling, no zero-downtime deploys, and a single point of failure. Right for a prototype; wrong for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and what is not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0FAF7"/>
          </a:solidFill>
          <a:ln w="12700">
            <a:solidFill>
              <a:srgbClr val="BFE6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verifiable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31136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generation, pool prices and asset registry direct from AESO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gas reference price, 1994 to present, from the province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Planning-region load and transmission data from AESO's 2025 plan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Intertie capacities from AESO's published transfer capability document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cost from the AESO tariff — and it is refundable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627632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FF8EC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231136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and no TLS — first thing to fix for real use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flow model is illustrative, not calibrated to settlement data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transmission line ratings are estimates, badged as such in the UI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interconnection queue data not yet ingested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suite beyond the optimisation scenarios; no CI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37667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55955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labels every derived number as sourced, derived, estimated or unsourced. Where an Alberta figure genuinely does not exist — insurance benchmarks, decommissioning cost per MW — it says so rather than borrowing a US number and hoping nobody checks.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creates value for the practice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6596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diligence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9264" y="24231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capture rate and capacity factor from an asset's own metered output — a check on the vendor model rather than a restatement of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39128" y="196596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screening cycles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75704" y="24231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 fleet on comparable dimensions in minutes, and reweight by mandate — merchant upside, decarbonisation, development pipeline.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388620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867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Alberta market timing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9264" y="43434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reform in 2027 changes contract risk for every Alberta offtake. Clients signing today need that exposure identified now.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B44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39128" y="388620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867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asset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75704" y="43434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 and metrics layer generalise across engagements. Marginal cost per additional client is small.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in weeks rather than by a team over quarters — which is the point about how fast a domain-specific tool can now be stood up.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do with three more months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155680" cy="1261872"/>
          </a:xfrm>
          <a:prstGeom prst="roundRect">
            <a:avLst>
              <a:gd name="adj" fmla="val 5072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189280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deployable to a client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920240" y="2267712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TLS, multi-tenancy and an audit trail. Move model logic server-side so a valuation is reproducible and loggable, not just fast.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11155680" cy="1261872"/>
          </a:xfrm>
          <a:prstGeom prst="roundRect">
            <a:avLst>
              <a:gd name="adj" fmla="val 5072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32826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data gaps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920240" y="3657600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AESO connection project list, geolocate the generator fleet, and replace the technology-level curtailment proxy with a location-based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11155680" cy="1261872"/>
          </a:xfrm>
          <a:prstGeom prst="roundRect">
            <a:avLst>
              <a:gd name="adj" fmla="val 5072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188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467258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the network model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920240" y="5047488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the nine-bus Alberta model against historical settlement data, then hold out a period to validate. Only then does it earn the word validated.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94360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happy to walk any tab in detail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Intelligence Platform</dc:title>
  <dc:subject>PptxGenJS Presentation</dc:subject>
  <dc:creator>Amol Javahire</dc:creator>
  <cp:lastModifiedBy>Amol Javahire</cp:lastModifiedBy>
  <cp:revision>1</cp:revision>
  <dcterms:created xsi:type="dcterms:W3CDTF">2026-07-29T16:04:06Z</dcterms:created>
  <dcterms:modified xsi:type="dcterms:W3CDTF">2026-07-29T16:04:06Z</dcterms:modified>
</cp:coreProperties>
</file>